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9" r:id="rId3"/>
    <p:sldId id="259" r:id="rId4"/>
    <p:sldId id="260" r:id="rId5"/>
    <p:sldId id="261" r:id="rId6"/>
    <p:sldId id="262" r:id="rId7"/>
    <p:sldId id="263" r:id="rId8"/>
    <p:sldId id="275" r:id="rId9"/>
    <p:sldId id="276" r:id="rId10"/>
    <p:sldId id="277" r:id="rId11"/>
    <p:sldId id="264" r:id="rId12"/>
    <p:sldId id="271" r:id="rId13"/>
    <p:sldId id="265" r:id="rId14"/>
    <p:sldId id="266" r:id="rId15"/>
    <p:sldId id="267" r:id="rId16"/>
    <p:sldId id="268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D73A309-1382-474C-B90D-42A9E8941622}">
          <p14:sldIdLst>
            <p14:sldId id="257"/>
            <p14:sldId id="269"/>
            <p14:sldId id="259"/>
            <p14:sldId id="260"/>
            <p14:sldId id="261"/>
            <p14:sldId id="262"/>
            <p14:sldId id="263"/>
            <p14:sldId id="275"/>
            <p14:sldId id="276"/>
            <p14:sldId id="277"/>
          </p14:sldIdLst>
        </p14:section>
        <p14:section name="smaller" id="{808A3871-69ED-7649-961A-C1C71F122AE6}">
          <p14:sldIdLst>
            <p14:sldId id="264"/>
            <p14:sldId id="271"/>
            <p14:sldId id="265"/>
            <p14:sldId id="266"/>
            <p14:sldId id="267"/>
            <p14:sldId id="268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9A"/>
    <a:srgbClr val="FF8AD8"/>
    <a:srgbClr val="9FD9C9"/>
    <a:srgbClr val="FEA54A"/>
    <a:srgbClr val="FF9300"/>
    <a:srgbClr val="E9A26E"/>
    <a:srgbClr val="067543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8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5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7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5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0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5A0DD-D146-AB41-9E7C-B1AE1956131A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D3814-5782-C741-B53D-DDADA94641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A677-1D8F-ED85-A0D8-DF670EEB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F06F20-E23A-DC62-6D8F-4D48B4E02519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F7B6F-9DCF-524E-5747-B8EFBFD7AFB7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7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4C229-5CF5-0BE7-21B5-5963096A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9412B9-752D-3AE2-19C5-F1B096E9BD6B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8B843-54CF-B8BA-1FF4-2CD39A113C24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1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DB80-83D7-9F29-130A-943E62C6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7B187-B07C-7E7D-1CE4-FF07A99A97A6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DF804-13A2-5BEE-041C-E799A38160D9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067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66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FEE4-B4B4-9F8F-62C6-3D62116A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C4FC73-6373-6AE3-DEE0-76107013A8C7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AFCD4-3C10-A398-A4CB-D7F471ECA239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587C-41F1-C9D5-64FC-F7002DEE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62C687-DCF6-9C91-67FA-1AB68A2E1D20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FF5CC-500A-C9A6-2047-C0145AB93728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FEA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7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37EC5-0731-09D3-E51E-3B9A0F94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960BF0-414E-3F45-6A36-A37A73FC5D99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C77D6-0E87-76A0-7502-1F6F87AA031F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7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E704-7607-1B93-C98C-0F7D1AEC5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D1D8B4-35DC-4FDC-0118-40EC5C0489CB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35E27-C913-41CB-08A9-78B833E1694E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6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CD520-70E7-58C1-27C4-FE4E2E89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91949A-8F7B-46BF-5181-B5BF2B59B8D1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4E84-D3B2-37EB-1CF6-6D3A91D277F9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36F6-8385-08C4-F8B8-C53B3685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6BACA94-7BA9-2007-7935-8F56DB04F683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5D403-2FD4-2717-0CB2-D7FF284DEFE3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9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60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329A-4DBB-60A7-326F-1B184A7D1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AD964-4DCE-F8B6-04E8-D75E1C3BB7F9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233D4-56AE-A540-35BB-42A4D961A3B8}"/>
              </a:ext>
            </a:extLst>
          </p:cNvPr>
          <p:cNvSpPr/>
          <p:nvPr/>
        </p:nvSpPr>
        <p:spPr>
          <a:xfrm>
            <a:off x="0" y="-1"/>
            <a:ext cx="12192000" cy="2100943"/>
          </a:xfrm>
          <a:prstGeom prst="rect">
            <a:avLst/>
          </a:prstGeom>
          <a:solidFill>
            <a:srgbClr val="0064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21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F621-CE2D-BD14-98EB-6A7D9898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3B6315-374E-241F-8D0E-0620DA5892D3}"/>
              </a:ext>
            </a:extLst>
          </p:cNvPr>
          <p:cNvSpPr/>
          <p:nvPr/>
        </p:nvSpPr>
        <p:spPr>
          <a:xfrm>
            <a:off x="0" y="0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B53E1-B5C7-9A19-4825-386FEB794CD7}"/>
              </a:ext>
            </a:extLst>
          </p:cNvPr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9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8AFD5-2E54-549F-1D15-BBDD35F9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9E0D8C-501F-56E7-D06F-EB4ABF0E6B53}"/>
              </a:ext>
            </a:extLst>
          </p:cNvPr>
          <p:cNvSpPr/>
          <p:nvPr/>
        </p:nvSpPr>
        <p:spPr>
          <a:xfrm>
            <a:off x="0" y="0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3AA77-2E6A-6952-7D9D-0C4E16E1E73E}"/>
              </a:ext>
            </a:extLst>
          </p:cNvPr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99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A09A-F1C6-ADD8-98D6-5255368E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10C3D0-16A7-C96F-EC2D-1C8D7F81295E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3D5B39-CACF-2718-829E-2BB6CA4D7C00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rgbClr val="0675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08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0FC41-BC59-8571-E0C1-85D7E112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32E04F-8206-02B3-B618-21833A2AAB66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B852EF-E924-0501-7ECE-9734B12FAF73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3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88F97-4AD1-8FA5-D4D8-01F46BB6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97B32F-2A08-4C89-24EA-91CCA93EA44B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0941E2-69FF-581F-94E9-76BC51DB1FF1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rgbClr val="FEA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1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EB02-B98A-245D-302D-9A2F6A77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13CD47-655F-DC6E-32FE-67FDEE8E7947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85350-30A2-91FF-AD99-B9B86B605EF0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8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D88F-74F3-49B7-3E3C-E6CAB131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7FD7B6-A262-E796-32ED-77CA47E56313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9B570-4CA7-CB20-F725-6591DC380821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rgbClr val="9FD9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53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C3D0-E335-F474-B815-D87316C6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506707-9C55-2DF6-1696-62881226D8BC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32F382-7248-2BA1-0D06-4FF644D8C41B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0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7EDC-0626-490F-FE6A-9AB6899F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66BF25-3F45-7A05-4CBA-F6F23C73CB6F}"/>
              </a:ext>
            </a:extLst>
          </p:cNvPr>
          <p:cNvSpPr/>
          <p:nvPr/>
        </p:nvSpPr>
        <p:spPr>
          <a:xfrm>
            <a:off x="0" y="-1"/>
            <a:ext cx="12192000" cy="8319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0FBFB5-0CEB-35E6-54B8-F7B7CC640C10}"/>
              </a:ext>
            </a:extLst>
          </p:cNvPr>
          <p:cNvSpPr/>
          <p:nvPr/>
        </p:nvSpPr>
        <p:spPr>
          <a:xfrm>
            <a:off x="0" y="-1"/>
            <a:ext cx="12192000" cy="1965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6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382</TotalTime>
  <Words>0</Words>
  <Application>Microsoft Macintosh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Emorie D Beck</dc:creator>
  <cp:lastModifiedBy>Emorie D Beck</cp:lastModifiedBy>
  <cp:revision>6</cp:revision>
  <dcterms:created xsi:type="dcterms:W3CDTF">2025-01-20T00:07:11Z</dcterms:created>
  <dcterms:modified xsi:type="dcterms:W3CDTF">2026-02-08T00:00:32Z</dcterms:modified>
</cp:coreProperties>
</file>